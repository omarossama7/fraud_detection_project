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Provider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Omar Ossama – ID 7001032</a:t>
            </a:r>
          </a:p>
          <a:p>
            <a:r>
              <a:t>Machine Learning – Winter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fraudulent Medicare providers using machine learning.</a:t>
            </a:r>
          </a:p>
          <a:p>
            <a:r>
              <a:t>• Analyze multi-source healthcare data.</a:t>
            </a:r>
          </a:p>
          <a:p>
            <a:r>
              <a:t>• Build provider-level features.</a:t>
            </a:r>
          </a:p>
          <a:p>
            <a:r>
              <a:t>• Train and evaluate ML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Kaggle Dataset (4 files):</a:t>
            </a:r>
          </a:p>
          <a:p>
            <a:r>
              <a:t>• Train_Beneficiarydata.csv</a:t>
            </a:r>
          </a:p>
          <a:p>
            <a:r>
              <a:t>• Train_Inpatientdata.csv</a:t>
            </a:r>
          </a:p>
          <a:p>
            <a:r>
              <a:t>• Train_Outpatientdata.csv</a:t>
            </a:r>
          </a:p>
          <a:p>
            <a:r>
              <a:t>• Train_Labels.csv</a:t>
            </a:r>
          </a:p>
          <a:p>
            <a:br/>
            <a:r>
              <a:t>Key IDs: BeneID, Provider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Merged inpatient, outpatient, beneficiary data.</a:t>
            </a:r>
          </a:p>
          <a:p>
            <a:r>
              <a:t>• Created provider‑level features:</a:t>
            </a:r>
          </a:p>
          <a:p>
            <a:r>
              <a:t>   – Claim counts, beneficiary counts</a:t>
            </a:r>
          </a:p>
          <a:p>
            <a:r>
              <a:t>   – Financial statistics (sum, mean, max)</a:t>
            </a:r>
          </a:p>
          <a:p>
            <a:r>
              <a:t>   – Inpatient/outpatient ratios</a:t>
            </a:r>
          </a:p>
          <a:p>
            <a:r>
              <a:t>   – Claim &amp; treatment durations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≈ 10% → highly imbalanced.</a:t>
            </a:r>
          </a:p>
          <a:p>
            <a:r>
              <a:t>• Techniques used:</a:t>
            </a:r>
          </a:p>
          <a:p>
            <a:r>
              <a:t>   – SMOTE oversampling</a:t>
            </a:r>
          </a:p>
          <a:p>
            <a:r>
              <a:t>   – Class weights</a:t>
            </a:r>
          </a:p>
          <a:p>
            <a:r>
              <a:t>• Priority metrics: Recall, F1, PR-AUC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(baseline)</a:t>
            </a:r>
          </a:p>
          <a:p>
            <a:r>
              <a:t>• Random Forest</a:t>
            </a:r>
          </a:p>
          <a:p>
            <a:r>
              <a:t>• XGBoost (best performing)</a:t>
            </a:r>
          </a:p>
          <a:p>
            <a:br/>
            <a:r>
              <a:t>Hyperparameter tuning applied.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Metrics:</a:t>
            </a:r>
          </a:p>
          <a:p>
            <a:r>
              <a:t>   – Precision</a:t>
            </a:r>
          </a:p>
          <a:p>
            <a:r>
              <a:t>   – Recall</a:t>
            </a:r>
          </a:p>
          <a:p>
            <a:r>
              <a:t>   – F1 Score</a:t>
            </a:r>
          </a:p>
          <a:p>
            <a:r>
              <a:t>   – ROC-AUC</a:t>
            </a:r>
          </a:p>
          <a:p>
            <a:r>
              <a:t>   – PR-AUC</a:t>
            </a:r>
          </a:p>
          <a:p>
            <a:br/>
            <a:r>
              <a:t>• XGBoost achieved highest recall and PR-AUC.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False Positives:</a:t>
            </a:r>
          </a:p>
          <a:p>
            <a:r>
              <a:t>   – Legit providers misidentified.</a:t>
            </a:r>
          </a:p>
          <a:p>
            <a:r>
              <a:t>• False Negatives:</a:t>
            </a:r>
          </a:p>
          <a:p>
            <a:r>
              <a:t>   – Fraud missed by the model.</a:t>
            </a:r>
          </a:p>
          <a:p>
            <a:br/>
            <a:r>
              <a:t>Analyzed feature patterns causing mistakes.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Feature importance shows:</a:t>
            </a:r>
          </a:p>
          <a:p>
            <a:r>
              <a:t>   – High claim amounts</a:t>
            </a:r>
          </a:p>
          <a:p>
            <a:r>
              <a:t>   – High inpatient/outpatient ratios</a:t>
            </a:r>
          </a:p>
          <a:p>
            <a:r>
              <a:t>   – Long treatment durations</a:t>
            </a:r>
          </a:p>
          <a:p>
            <a:br/>
            <a:r>
              <a:t>These patterns correlate with fraud.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XGBoost recommended as final model.</a:t>
            </a:r>
          </a:p>
          <a:p>
            <a:r>
              <a:t>• High recall ensures fewer missed fraud cases.</a:t>
            </a:r>
          </a:p>
          <a:p>
            <a:r>
              <a:t>• System supports CMS investigations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